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44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luntergroup.github.io/health-in-context-agents-workshop/grant.html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30352"/>
            <a:ext cx="722376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76C70"/>
                </a:solidFill>
                <a:latin typeface="Arial"/>
              </a:defRPr>
            </a:pPr>
            <a:r>
              <a:rPr sz="1300" b="1" i="0" u="none">
                <a:solidFill>
                  <a:srgbClr val="076C70"/>
                </a:solidFill>
                <a:latin typeface="Arial"/>
              </a:rPr>
              <a:t>STOP 04   ·   AGENTS AND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96112"/>
            <a:ext cx="7223760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182B36"/>
                </a:solidFill>
                <a:latin typeface="Arial"/>
              </a:defRPr>
            </a:pPr>
            <a:r>
              <a:rPr sz="3600" b="1" i="0" u="none">
                <a:solidFill>
                  <a:srgbClr val="182B36"/>
                </a:solidFill>
                <a:latin typeface="Arial"/>
              </a:rPr>
              <a:t>Grant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7040880" cy="1325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53636B"/>
                </a:solidFill>
                <a:latin typeface="Arial"/>
              </a:defRPr>
            </a:pPr>
            <a:r>
              <a:rPr sz="2000" b="0" i="0" u="none" dirty="0">
                <a:solidFill>
                  <a:srgbClr val="53636B"/>
                </a:solidFill>
                <a:latin typeface="Arial"/>
              </a:rPr>
              <a:t>Build a Copilot agent with reusable skills, then use it on </a:t>
            </a:r>
            <a:r>
              <a:rPr sz="2000" b="0" i="0" u="none">
                <a:solidFill>
                  <a:srgbClr val="53636B"/>
                </a:solidFill>
                <a:latin typeface="Arial"/>
              </a:rPr>
              <a:t>a grant </a:t>
            </a:r>
            <a:r>
              <a:rPr sz="2000" b="0" i="0" u="none" dirty="0">
                <a:solidFill>
                  <a:srgbClr val="53636B"/>
                </a:solidFill>
                <a:latin typeface="Arial"/>
              </a:rPr>
              <a:t>proposal: a personnel budget and a project timeline.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246120"/>
            <a:ext cx="7040880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6C70"/>
                </a:solidFill>
                <a:latin typeface="Arial"/>
              </a:defRPr>
            </a:pPr>
            <a:r>
              <a:rPr sz="2200" b="1" i="0" u="none">
                <a:solidFill>
                  <a:srgbClr val="076C70"/>
                </a:solidFill>
                <a:latin typeface="Arial"/>
              </a:rPr>
              <a:t>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794760"/>
            <a:ext cx="7040880" cy="1965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10896" indent="-237744" algn="l">
              <a:lnSpc>
                <a:spcPct val="108000"/>
              </a:lnSpc>
              <a:spcBef>
                <a:spcPts val="0"/>
              </a:spcBef>
              <a:spcAft>
                <a:spcPts val="1600"/>
              </a:spcAft>
              <a:buChar char="•"/>
              <a:defRPr sz="2000" b="0">
                <a:solidFill>
                  <a:srgbClr val="182B36"/>
                </a:solidFill>
                <a:latin typeface="Arial"/>
              </a:defRPr>
            </a:pPr>
            <a:r>
              <a:rPr sz="2000" b="0" i="0" u="none">
                <a:solidFill>
                  <a:srgbClr val="182B36"/>
                </a:solidFill>
                <a:latin typeface="Arial"/>
              </a:rPr>
              <a:t>Learn how to build an agent with skills in Microsoft Copilot.</a:t>
            </a:r>
          </a:p>
          <a:p>
            <a:pPr marL="310896" indent="-237744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har char="•"/>
              <a:defRPr sz="2000" b="0">
                <a:solidFill>
                  <a:srgbClr val="182B36"/>
                </a:solidFill>
                <a:latin typeface="Arial"/>
              </a:defRPr>
            </a:pPr>
            <a:r>
              <a:rPr sz="2000" b="0" i="0" u="none">
                <a:solidFill>
                  <a:srgbClr val="182B36"/>
                </a:solidFill>
                <a:latin typeface="Arial"/>
              </a:rPr>
              <a:t>Understand that agents are good at “changing representations” of content.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1234440"/>
            <a:ext cx="324612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6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grant-page-qr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1444752"/>
            <a:ext cx="2560320" cy="2560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85632" y="4096512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82B36"/>
                </a:solidFill>
                <a:latin typeface="Arial"/>
              </a:defRPr>
            </a:pPr>
            <a:r>
              <a:rPr sz="1400" b="1" i="0" u="none">
                <a:solidFill>
                  <a:srgbClr val="182B36"/>
                </a:solidFill>
                <a:latin typeface="Arial"/>
              </a:rPr>
              <a:t>Scan to open the exercise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85632" y="4526280"/>
            <a:ext cx="283464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76C70"/>
                </a:solidFill>
                <a:latin typeface="Arial"/>
              </a:defRPr>
            </a:pPr>
            <a:r>
              <a:rPr sz="1200" b="0" i="0" u="none">
                <a:solidFill>
                  <a:srgbClr val="076C70"/>
                </a:solidFill>
                <a:latin typeface="Arial"/>
              </a:rPr>
              <a:t>luntergroup.github.io/health-in-context-agents-workshop/grant.html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29107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53636B"/>
                </a:solidFill>
                <a:latin typeface="Arial"/>
              </a:defRPr>
            </a:pPr>
            <a:r>
              <a:rPr sz="1275" b="0" i="0" u="none">
                <a:solidFill>
                  <a:srgbClr val="53636B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182B36"/>
                </a:solidFill>
                <a:latin typeface="Arial"/>
              </a:defRPr>
            </a:pPr>
            <a:r>
              <a:rPr sz="3600" b="1" i="0" u="none">
                <a:solidFill>
                  <a:srgbClr val="182B36"/>
                </a:solidFill>
                <a:latin typeface="Arial"/>
              </a:rPr>
              <a:t>Discuss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783080"/>
            <a:ext cx="10698480" cy="4023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310896" indent="-237744" algn="l">
              <a:lnSpc>
                <a:spcPct val="108000"/>
              </a:lnSpc>
              <a:spcBef>
                <a:spcPts val="0"/>
              </a:spcBef>
              <a:spcAft>
                <a:spcPts val="2600"/>
              </a:spcAft>
              <a:buChar char="•"/>
              <a:defRPr sz="2600" b="0">
                <a:solidFill>
                  <a:srgbClr val="182B36"/>
                </a:solidFill>
                <a:latin typeface="Arial"/>
              </a:defRPr>
            </a:pPr>
            <a:r>
              <a:rPr lang="en-US" sz="2600" b="0" i="0" u="none" dirty="0">
                <a:solidFill>
                  <a:srgbClr val="182B36"/>
                </a:solidFill>
                <a:latin typeface="Arial"/>
              </a:rPr>
              <a:t>Which computer task you think the agent can </a:t>
            </a:r>
            <a:r>
              <a:rPr lang="en-US" sz="2600" b="1" i="0" u="none" dirty="0">
                <a:solidFill>
                  <a:srgbClr val="182B36"/>
                </a:solidFill>
                <a:latin typeface="Arial"/>
              </a:rPr>
              <a:t>NOT</a:t>
            </a:r>
            <a:r>
              <a:rPr lang="en-US" sz="2600" b="0" i="0" u="none" dirty="0">
                <a:solidFill>
                  <a:srgbClr val="182B36"/>
                </a:solidFill>
                <a:latin typeface="Arial"/>
              </a:rPr>
              <a:t> help you with? Argue!</a:t>
            </a:r>
          </a:p>
          <a:p>
            <a:pPr marL="310896" indent="-237744" algn="l">
              <a:lnSpc>
                <a:spcPct val="108000"/>
              </a:lnSpc>
              <a:spcBef>
                <a:spcPts val="0"/>
              </a:spcBef>
              <a:spcAft>
                <a:spcPts val="2600"/>
              </a:spcAft>
              <a:buChar char="•"/>
              <a:defRPr sz="2600" b="0">
                <a:solidFill>
                  <a:srgbClr val="182B36"/>
                </a:solidFill>
                <a:latin typeface="Arial"/>
              </a:defRPr>
            </a:pPr>
            <a:r>
              <a:rPr lang="en-US" sz="2600" b="0" i="0" u="none" dirty="0">
                <a:solidFill>
                  <a:srgbClr val="182B36"/>
                </a:solidFill>
                <a:latin typeface="Arial"/>
              </a:rPr>
              <a:t>What surprised you?</a:t>
            </a:r>
            <a:endParaRPr sz="2600" b="0" i="0" u="none" dirty="0">
              <a:solidFill>
                <a:srgbClr val="182B36"/>
              </a:solidFill>
              <a:latin typeface="Arial"/>
            </a:endParaRPr>
          </a:p>
          <a:p>
            <a:pPr marL="310896" indent="-237744" algn="l">
              <a:lnSpc>
                <a:spcPct val="108000"/>
              </a:lnSpc>
              <a:spcBef>
                <a:spcPts val="0"/>
              </a:spcBef>
              <a:spcAft>
                <a:spcPts val="2600"/>
              </a:spcAft>
              <a:buChar char="•"/>
              <a:defRPr sz="2600" b="0">
                <a:solidFill>
                  <a:srgbClr val="182B36"/>
                </a:solidFill>
                <a:latin typeface="Arial"/>
              </a:defRPr>
            </a:pPr>
            <a:r>
              <a:rPr sz="2600" b="0" i="0" u="none" dirty="0">
                <a:solidFill>
                  <a:srgbClr val="182B36"/>
                </a:solidFill>
                <a:latin typeface="Arial"/>
              </a:rPr>
              <a:t>What </a:t>
            </a:r>
            <a:r>
              <a:rPr lang="en-US" sz="2600" b="1" i="1" u="none" dirty="0">
                <a:solidFill>
                  <a:srgbClr val="182B36"/>
                </a:solidFill>
                <a:latin typeface="Arial"/>
              </a:rPr>
              <a:t>skill</a:t>
            </a:r>
            <a:r>
              <a:rPr sz="2600" b="0" i="0" u="none" dirty="0">
                <a:solidFill>
                  <a:srgbClr val="182B36"/>
                </a:solidFill>
                <a:latin typeface="Arial"/>
              </a:rPr>
              <a:t> would make the agent more useful for your own work?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29107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53636B"/>
                </a:solidFill>
                <a:latin typeface="Arial"/>
              </a:defRPr>
            </a:pPr>
            <a:r>
              <a:rPr sz="1275" b="0" i="0" u="none">
                <a:solidFill>
                  <a:srgbClr val="53636B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109</Words>
  <Application>Microsoft Macintosh PowerPoint</Application>
  <PresentationFormat>Widescreen</PresentationFormat>
  <Paragraphs>14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Grant preparation</dc:title>
  <dc:subject>Health in Context workshop: agents and skills</dc:subject>
  <dc:creator/>
  <cp:keywords/>
  <dc:description>generated using python-pptx</dc:description>
  <cp:lastModifiedBy>Donker, HC (epi)</cp:lastModifiedBy>
  <cp:revision>2</cp:revision>
  <dcterms:created xsi:type="dcterms:W3CDTF">2013-01-27T09:14:16Z</dcterms:created>
  <dcterms:modified xsi:type="dcterms:W3CDTF">2026-10-30T09:07:16Z</dcterms:modified>
  <cp:category/>
</cp:coreProperties>
</file>